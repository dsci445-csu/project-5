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AaronSlides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K-Nearest Neighbors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K-Nearest Neighbors (KNN) is a classification method that loops through each point in a dataset, and identifies the k points that are closest to that point</a:t>
            </a:r>
          </a:p>
          <a:p>
            <a:pPr lvl="1"/>
            <a:r>
              <a:rPr/>
              <a:t>This k value is adjustable and helps determine the classifier itself, so tuning k is critical for optimizing performance.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KNN on Offense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Goal:</a:t>
            </a:r>
            <a:r>
              <a:rPr/>
              <a:t> Predict offense category for individuals based on all other variables.</a:t>
            </a:r>
          </a:p>
          <a:p>
            <a:pPr lvl="1"/>
            <a:r>
              <a:rPr b="1"/>
              <a:t>Offense categories (manually created):</a:t>
            </a:r>
            <a:r>
              <a:rPr/>
              <a:t> controlled substance possession without a prescription, burglary, murder, armed robbery, theft (identity or property), battery, sexual assault, forgery, kidnapping, illegal firearm/weapon/handgun use or possession, harassment, bribery, drug/meth manufacturing, vehicular hijacking/theft, DUI, child porn, obstructing justice, home invasion, and other</a:t>
            </a:r>
          </a:p>
          <a:p>
            <a:pPr lvl="2"/>
            <a:r>
              <a:rPr/>
              <a:t>Categories besides other accounted for &gt;90% of offenses</a:t>
            </a:r>
          </a:p>
          <a:p>
            <a:pPr lvl="0"/>
            <a:r>
              <a:rPr b="1"/>
              <a:t>Problem:</a:t>
            </a:r>
            <a:r>
              <a:rPr/>
              <a:t> This method can be extremely time-expensive with large training sets due to the nature of looping through each point, as I found out during data fitting</a:t>
            </a:r>
          </a:p>
          <a:p>
            <a:pPr lvl="1"/>
            <a:r>
              <a:rPr/>
              <a:t>47,000+ training observations (for an 80-20 split)</a:t>
            </a:r>
          </a:p>
          <a:p>
            <a:pPr lvl="1"/>
            <a:r>
              <a:rPr/>
              <a:t>2.75 hour runtime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KNN Cross Validation Results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Ten-fold cross-validation performed with the following possible k-values:</a:t>
            </a:r>
          </a:p>
          <a:p>
            <a:pPr lvl="1"/>
            <a:r>
              <a:rPr/>
              <a:t>10, 50, 100, 200, 500, 1000, 5000</a:t>
            </a:r>
          </a:p>
          <a:p>
            <a:pPr lvl="1"/>
            <a:r>
              <a:rPr/>
              <a:t>Chose wide range due to large amount of data</a:t>
            </a:r>
          </a:p>
          <a:p>
            <a:pPr lvl="0"/>
            <a:r>
              <a:rPr/>
              <a:t>Cross-validation used to pick the k-value returning the best accuracy, which was k=50</a:t>
            </a:r>
          </a:p>
          <a:p>
            <a:pPr lvl="0"/>
            <a:r>
              <a:rPr/>
              <a:t>Accuracy decreased significantly for k &gt; 50</a:t>
            </a:r>
          </a:p>
        </p:txBody>
      </p:sp>
      <p:pic>
        <p:nvPicPr>
          <p:cNvPr descr="AaronSlides_files/figure-pptx/knn_cv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82600"/>
            <a:ext cx="51054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KNN Model Performance</a:t>
            </a:r>
          </a:p>
        </p:txBody>
      </p:sp>
      <p:pic>
        <p:nvPicPr>
          <p:cNvPr descr="AaronSlides_files/figure-pptx/knn_performanc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87600" y="1193800"/>
            <a:ext cx="4356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"KNN Test Error for predicting offense category: 0.377"</a:t>
            </a:r>
          </a:p>
          <a:p>
            <a:pPr lvl="0"/>
            <a:r>
              <a:rPr/>
              <a:t>Test error rate seems high on the surface (almost 50%)</a:t>
            </a:r>
          </a:p>
          <a:p>
            <a:pPr lvl="1"/>
            <a:r>
              <a:rPr/>
              <a:t>But we have to account for the fact that 17 categories are present</a:t>
            </a:r>
          </a:p>
          <a:p>
            <a:pPr lvl="2"/>
            <a:r>
              <a:rPr/>
              <a:t>Expected error rate with 17 prediction categories, if randomly guessing: ~94.12%</a:t>
            </a:r>
          </a:p>
          <a:p>
            <a:pPr lvl="2"/>
            <a:r>
              <a:rPr/>
              <a:t>Reduction in error, from this sense, by almost half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AaronSlides</dc:title>
  <dc:creator/>
  <cp:keywords/>
  <dcterms:created xsi:type="dcterms:W3CDTF">2025-12-08T03:31:08Z</dcterms:created>
  <dcterms:modified xsi:type="dcterms:W3CDTF">2025-12-08T03:31:08Z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visual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