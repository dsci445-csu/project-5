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presentations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HopeSlides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Hope Winsor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 enables you to weave together content and executable code into a finished presentation. To learn more about Quarto presentations see </a:t>
            </a:r>
            <a:r>
              <a:rPr>
                <a:hlinkClick r:id="rId2"/>
              </a:rPr>
              <a:t>https://quarto.org/docs/presentations/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LASSO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LASSO model = RSS + </a:t>
                </a:r>
                <a14:m>
                  <m:oMath xmlns:m="http://schemas.openxmlformats.org/officeDocument/2006/math">
                    <m:r>
                      <m:t>λ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</m:naryPr>
                      <m:sub>
                        <m:r>
                          <m:t>j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p</m:t>
                        </m:r>
                      </m:sup>
                      <m:e>
                        <m:sSubSup>
                          <m:e>
                            <m:r>
                              <m:t>β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  <m:sup>
                            <m: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is the tuning parameter, to improve interpretability, use penalty to perform feature selection</a:t>
                </a:r>
              </a:p>
              <a:p>
                <a:pPr lvl="0"/>
                <a:r>
                  <a:rPr/>
                  <a:t>cross validation selected </a:t>
                </a:r>
                <a14:m>
                  <m:oMath xmlns:m="http://schemas.openxmlformats.org/officeDocument/2006/math">
                    <m:r>
                      <m:t>λ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0.01</m:t>
                    </m:r>
                  </m:oMath>
                </a14:m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48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estimate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height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hair_Salt.and.Pepper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sex_Male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race_Bi.Racial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race_White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HopeSlides</dc:title>
  <dc:creator>Hope Winsor</dc:creator>
  <cp:keywords/>
  <dcterms:created xsi:type="dcterms:W3CDTF">2025-12-09T03:03:42Z</dcterms:created>
  <dcterms:modified xsi:type="dcterms:W3CDTF">2025-12-09T03:03:42Z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