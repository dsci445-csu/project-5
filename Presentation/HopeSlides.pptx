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HopeSlides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Hope Winsor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LASSO model = RSS + </a:t>
                </a:r>
                <a14:m>
                  <m:oMath xmlns:m="http://schemas.openxmlformats.org/officeDocument/2006/math">
                    <m:r>
                      <m:t>λ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p</m:t>
                        </m:r>
                      </m:sup>
                      <m:e>
                        <m:sSubSup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is the tuning parameter, to improve interpretability, use penalty to perform feature selection</a:t>
                </a:r>
              </a:p>
              <a:p>
                <a:pPr lvl="0"/>
                <a:r>
                  <a:rPr/>
                  <a:t>cross validation selected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hair_Salt.and.Pepper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sex_Male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race_Bi.Racial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race_White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Forward and Backward Subset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 (cont)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 (cont)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year_adm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armed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attempted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parent_institution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total_counts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offense_category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month_adm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aggravated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time_sentenced_prior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appx_age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num_tattoos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opeSlides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HopeSlides</dc:title>
  <dc:creator>Hope Winsor</dc:creator>
  <cp:keywords/>
  <dcterms:created xsi:type="dcterms:W3CDTF">2025-12-09T04:39:21Z</dcterms:created>
  <dcterms:modified xsi:type="dcterms:W3CDTF">2025-12-09T04:39:21Z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