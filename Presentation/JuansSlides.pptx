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Juan’s Slides on Random Foresting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Juan Gonzalez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Random Forests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Chosen to deal with correlation amongst trees.</a:t>
            </a:r>
          </a:p>
          <a:p>
            <a:pPr lvl="0"/>
            <a:r>
              <a:rPr/>
              <a:t>59,333 observations. 70:30 Split ~ (41,500 | 17,800)</a:t>
            </a:r>
          </a:p>
          <a:p>
            <a:pPr lvl="0"/>
            <a:r>
              <a:rPr/>
              <a:t>Fit 500 trees with 4 randomly chosen predictors for each tree.</a:t>
            </a:r>
          </a:p>
        </p:txBody>
      </p:sp>
      <p:pic>
        <p:nvPicPr>
          <p:cNvPr descr="Juans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35000"/>
            <a:ext cx="5105400" cy="350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Forests - Results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Juan’s Slides on Random Foresting</dc:title>
  <dc:creator>Juan Gonzalez</dc:creator>
  <cp:keywords/>
  <dcterms:created xsi:type="dcterms:W3CDTF">2025-12-08T03:36:20Z</dcterms:created>
  <dcterms:modified xsi:type="dcterms:W3CDTF">2025-12-08T03:36:20Z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