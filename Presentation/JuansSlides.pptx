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Juan’s Slides on Random Foresting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Juan Gonzalez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Chosen to deal with correlation amongst trees.</a:t>
                </a:r>
              </a:p>
              <a:p>
                <a:pPr lvl="0"/>
                <a:r>
                  <a:rPr/>
                  <a:t>58,836 observations. 70:30 Split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∼</m:t>
                    </m:r>
                  </m:oMath>
                </a14:m>
                <a:r>
                  <a:rPr/>
                  <a:t> (41,200 | 17,600)</a:t>
                </a:r>
              </a:p>
              <a:p>
                <a:pPr lvl="0"/>
                <a:r>
                  <a:rPr/>
                  <a:t>Fit 500 trees with 4 randomly chosen predictors for each tree.</a:t>
                </a:r>
              </a:p>
            </p:txBody>
          </p:sp>
        </mc:Choice>
      </mc:AlternateContent>
      <p:pic>
        <p:nvPicPr>
          <p:cNvPr descr="Juans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Predictive Performance - Random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12.11</a:t>
            </a:r>
            <a:r>
              <a:rPr/>
              <a:t> OOB RMSE / </a:t>
            </a:r>
            <a:r>
              <a:rPr b="1"/>
              <a:t>12. 18</a:t>
            </a:r>
            <a:r>
              <a:rPr/>
              <a:t> Test RMSE. Similar RMSEs is good (generalizes well).</a:t>
            </a:r>
          </a:p>
          <a:p>
            <a:pPr lvl="0"/>
            <a:r>
              <a:rPr/>
              <a:t>As sentencing length goes up, our models prediction becomes more variable. However, the models’ errors scale proportionally to sentencing length. Meaning we don’t typically get crazy predictions for lower sentencing lengths.</a:t>
            </a:r>
          </a:p>
        </p:txBody>
      </p:sp>
      <p:pic>
        <p:nvPicPr>
          <p:cNvPr descr="JuansSlides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Bonus Slides - Complete Variable Importance for RF</a:t>
            </a:r>
          </a:p>
        </p:txBody>
      </p:sp>
      <p:pic>
        <p:nvPicPr>
          <p:cNvPr descr="JuansSlides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350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Juan’s Slides on Random Foresting</dc:title>
  <dc:creator>Juan Gonzalez</dc:creator>
  <cp:keywords/>
  <dcterms:created xsi:type="dcterms:W3CDTF">2025-12-08T22:18:47Z</dcterms:created>
  <dcterms:modified xsi:type="dcterms:W3CDTF">2025-12-08T22:18:47Z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