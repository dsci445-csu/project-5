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Illinois DOC Sentencing Machine Learning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dataset we are focusing our project on is Illinois Department Of Corrections Labeled Faces.</a:t>
            </a:r>
          </a:p>
          <a:p>
            <a:pPr lvl="0"/>
            <a:r>
              <a:rPr/>
              <a:t>68149 Booking photographs along with information about their sentencing length, criminal history, type of crime, physical descriptors, and demographics.</a:t>
            </a:r>
          </a:p>
          <a:p>
            <a:pPr lvl="0"/>
            <a:r>
              <a:rPr/>
              <a:t>Hosted on Kaggle the data was scrapped from the Illinois Department of Corrections website https://www.idoc.state.il.us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predictors have the strongest effect on sentencing length?</a:t>
            </a:r>
          </a:p>
          <a:p>
            <a:pPr lvl="0"/>
            <a:r>
              <a:rPr/>
              <a:t>How accurately can we predict sentencing length?</a:t>
            </a:r>
          </a:p>
          <a:p>
            <a:pPr lvl="0"/>
            <a:r>
              <a:rPr/>
              <a:t>What predictors have the strongest effect on offence category?</a:t>
            </a:r>
          </a:p>
          <a:p>
            <a:pPr lvl="0"/>
            <a:r>
              <a:rPr/>
              <a:t>How accurately can we predict offence categories?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Preparation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thoughts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Illinois DOC Sentencing Machine Learning Analysis</dc:title>
  <dc:creator/>
  <cp:keywords/>
  <dcterms:created xsi:type="dcterms:W3CDTF">2025-12-08T22:45:04Z</dcterms:created>
  <dcterms:modified xsi:type="dcterms:W3CDTF">2025-12-08T22:45:04Z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