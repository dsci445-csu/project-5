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Illinois DOC Sentencing 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Juan Gonzalez, Aaron Graff, Ilijah Pearson, Hope Winsor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and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data comes from Kaggle, it consists of 3 CSV files with data scraped off the Illinois Department Of Corrections website.</a:t>
            </a:r>
          </a:p>
          <a:p>
            <a:pPr lvl="0"/>
            <a:r>
              <a:rPr/>
              <a:t>Contains information 61,052 individuals who have been incarcerated in Illinois from 1952-2018.</a:t>
            </a:r>
          </a:p>
          <a:p>
            <a:pPr lvl="0"/>
            <a:r>
              <a:rPr/>
              <a:t>“Person” dataset includes simple descriptive information on the person: Name, DOB, Sentencing Date, Race, Eye Color, Hair Color, etc…</a:t>
            </a:r>
          </a:p>
          <a:p>
            <a:pPr lvl="0"/>
            <a:r>
              <a:rPr/>
              <a:t>“Marks” has multiple rows per person listing any additional descriptive features like scars and tattoos.</a:t>
            </a:r>
          </a:p>
          <a:p>
            <a:pPr lvl="0"/>
            <a:r>
              <a:rPr/>
              <a:t>“Sentencing” is information on the charges faced by the individual, the crime categorized by Illinois’ felony classes, and our response variable, sentencing time.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predictors have the strongest effect on sentencing length?</a:t>
            </a:r>
          </a:p>
          <a:p>
            <a:pPr lvl="0"/>
            <a:r>
              <a:rPr/>
              <a:t>How accurately can we predict sentencing length?</a:t>
            </a:r>
          </a:p>
          <a:p>
            <a:pPr lvl="0"/>
            <a:r>
              <a:rPr/>
              <a:t>What predictors have the strongest effect on offence category?</a:t>
            </a:r>
          </a:p>
          <a:p>
            <a:pPr lvl="0"/>
            <a:r>
              <a:rPr/>
              <a:t>How accurately can we predict offence categories?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Chosen to deal with correlation amongst trees.</a:t>
                </a:r>
              </a:p>
              <a:p>
                <a:pPr lvl="0"/>
                <a:r>
                  <a:rPr/>
                  <a:t>58,836 observations. 70:30 Split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(41,200 | 17,600)</a:t>
                </a:r>
              </a:p>
              <a:p>
                <a:pPr lvl="0"/>
                <a:r>
                  <a:rPr/>
                  <a:t>Fit 500 trees with 4 randomly chosen predictors for each tree.</a:t>
                </a:r>
              </a:p>
              <a:p>
                <a:pPr lvl="0"/>
                <a:r>
                  <a:rPr/>
                  <a:t>Out-of-Bag error is calculated by checking the performance of each tree on a subset of unseen data during the training process.</a:t>
                </a:r>
                <a:br/>
              </a:p>
            </p:txBody>
          </p:sp>
        </mc:Choice>
      </mc:AlternateContent>
      <p:pic>
        <p:nvPicPr>
          <p:cNvPr descr="Presentation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Predictive Performance - 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12.11</a:t>
            </a:r>
            <a:r>
              <a:rPr/>
              <a:t> OOB RMSE / </a:t>
            </a:r>
            <a:r>
              <a:rPr b="1"/>
              <a:t>12. 18</a:t>
            </a:r>
            <a:r>
              <a:rPr/>
              <a:t> Test RMSE. Similar RMSEs is good (generalizes well).</a:t>
            </a:r>
          </a:p>
          <a:p>
            <a:pPr lvl="0"/>
            <a:r>
              <a:rPr/>
              <a:t>As sentencing length goes up, our models prediction becomes more variable. However, the models’ errors scale proportionally to sentencing length. Meaning we don’t typically get crazy predictions for lower sentencing lengths.</a:t>
            </a:r>
          </a:p>
        </p:txBody>
      </p:sp>
      <p:pic>
        <p:nvPicPr>
          <p:cNvPr descr="Presentation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-https://www.kaggle.com/datasets/davidjfisher/illinois-doc-labeled-faces-dataset -https://www.idoc.state.il.us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Slides - Complete Variable Importance for RF</a:t>
            </a:r>
          </a:p>
        </p:txBody>
      </p:sp>
      <p:pic>
        <p:nvPicPr>
          <p:cNvPr descr="Presentation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Illinois DOC Sentencing Machine Learning Analysis</dc:title>
  <dc:creator>Juan Gonzalez, Aaron Graff, Ilijah Pearson, Hope Winsor</dc:creator>
  <cp:keywords/>
  <dcterms:created xsi:type="dcterms:W3CDTF">2025-12-09T00:26:22Z</dcterms:created>
  <dcterms:modified xsi:type="dcterms:W3CDTF">2025-12-09T00:26:22Z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